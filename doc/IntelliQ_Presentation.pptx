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389120" cy="4389120"/>
          </a:xfrm>
          <a:prstGeom prst="ellips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4FD1C5"/>
                </a:solidFill>
                <a:latin typeface="Arial Black"/>
              </a:defRPr>
            </a:pPr>
            <a:r>
              <a:t>INTELLIQ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 Queue Prediction System</a:t>
            </a:r>
          </a:p>
          <a:p>
            <a:pPr algn="ctr">
              <a:spcAft>
                <a:spcPts val="4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AI-Driven Digital Queue Management for Hospitals, Banks &amp; Government Offices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Arial"/>
              </a:defRPr>
            </a:pPr>
            <a:r>
              <a:t>Academic Project: 2025–2026  |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02/08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What is IntelliQ?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IntelliQ is a state-of-the-art smart queue prediction and management system. It aims to bridge the gap between physical queues and remote convenience by leveraging advanced digital tools and machine learning forecasts.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Multi-Role SaaS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The system is structured as a SaaS (Software-as-a-Service) multi-tenant platform featuring 4 customized roles: regular Users, Organization Admins, Counter Staff, and Platform Super Admins.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Solving Real-World Crowding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Hospitals, Banks, and Government offices suffer from severe wait times. IntelliQ addresses this by enabling live queue status tracking, virtual QR token bookings, and smart scheduling recommendations.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Self-Sustaining Infrastructure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Includes pre-seeded datasets of over 1 lakh real Indian service locations. It runs fully autonomously without requiring recurring, expensive Google Maps API fees for place discovery.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03/08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Core Mission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IntelliQ is a full-stack digital platform designed to completely eliminate physical queue wait times at critical public service centers.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AI Predictor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Uses ML models (Random Forest Regressor / Linear Regression) to predict time-slot crowd densities based on historical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Contactless Check-In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Generates dynamic QR-code based digital tokens to allow fast, paperless arrivals at physical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Robust Architecture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with Flutter (Dart) for Android, iOS, and Web. The backend is a .NET 8 ASP.NET Core REST API connected to SQL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Provider Autonomy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Empowers admins to customize counter counts, define operational services, and monitor staff efficiency remotely.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Seeded Datasets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Comes pre-packaged with a vast dataset of 1L+ real Indian locations across key domains (banks, colleges, hospitals).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04/08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Huge Economic &amp; Productivity Loss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Over 6 billion hours are wasted by citizens in queues yearly at OPDs, bank counters, and government offices.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Blind Spots in Wait Times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Users lack real-time visibility into counter states, queue size, or their current token status prior to arrival.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Inflexible Staff Operations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Administrators cannot intelligently distribute workloads or forecast daily counter staffing requirements.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Inefficient Crowd Densities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No scheduling optimization leads to high-stress peak-hour rushes and idle counter periods.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6 Billion Hours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Citizens waste massive hours in queues yearly due to manual procedures.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20040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337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0% Pre-arrival Visibility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Users have zero knowledge of crowd scale before physically reaching centers.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75488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892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Peak Congestion Rushes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Uneven crowd distributions create chaotic bottlenecks during core operational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Current Existing Problems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05/08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1. IoT-Based Queue Devices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Requires expensive hardware displays at physical venues. No mobile remote access.</a:t>
            </a:r>
            <a:br/>
            <a:br/>
            <a:r>
              <a:t>✔ INTELLIQ SOLUTION: Purely cloud-software driven. Users track live queues directly on their mobile/web browser from anywhere, eliminating hardware costs completely.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2. Appointment Schedulers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Traditional calendar slots (Google/Practo) ignore actual counter queues. If counters run late, users wait physically.</a:t>
            </a:r>
            <a:br/>
            <a:br/>
            <a:r>
              <a:t>✔ INTELLIQ SOLUTION: Merges live queue counters with time slots. Automatically adjusts queue estimates based on real-time counter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3. Domain-Specific Systems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Most applications support only hospitals or only banking portals, requiring multiple separate apps.</a:t>
            </a:r>
            <a:br/>
            <a:br/>
            <a:r>
              <a:t>✔ INTELLIQ SOLUTION: Unified cross-domain ecosystem. Handles Hospital consultations, Bank cash desks, and Govt certificate offices within a single application.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1109167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D1C5"/>
                </a:solidFill>
                <a:latin typeface="Arial"/>
              </a:defRPr>
            </a:pPr>
            <a:r>
              <a:t>💡 IntelliQ combines virtual tokens, live updates, and ML recommendations to resolve all three core system shortcomings in one clean codebase.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Existing System vs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06/08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50799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❌ 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✅ IntelliQ (Proposed)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Scope / Domains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Single-domain apps (hospitals only OR banks only)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Unified multi-domain (Hospital, Bank, Govt, College, Resto)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Queue Updates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Manual slip numbers or slow SMS alerts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Live, real-time interactive queue tracking on UI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Smart Forecasting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Absent. No scheduling recommendations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AI-scored time slots displaying expected crowd density levels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Contactless Entry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ticket slips / manual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Contactless check-in using unique QR-code tokens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Tenant Roles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Basic client only — no counter-level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4 distinct roles: User, Staff, Admin, and Super Admin dashboards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Geolocation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Relies heavily on paid Google Maps APIs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Autonomous lookup using pre-loaded 1L+ location coordinates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We Have Added (Unique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07/08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577840"/>
                <a:gridCol w="277063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Added System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Technical Implementation &amp; Details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Distinct Benefit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AI Crowd Slot Scoring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Random Forest Regressor / Linear Regression predicts hourly crowd scales from 0.0 to 1.0.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Saves users from crowded hours by recommending off-peak slots.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Real-Time Search everywhere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Fully debounced smart autocomplete, category quick-filters, search history caching.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High-speed UX that helps find hospitals &amp; banks instantly.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SaaS Provider Portals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Admin handles Counter Staff configurations. Staff clicks 'Call Next' to sync live data state.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Organizations manage queue distribution without custom deployments.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No-Cost Geolocation lookup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Caches over 100,000 coordinates of Indian centers inside SQLite / SQL Server databases.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Requires zero third-party map API bills for operational scale.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Role-Based Audits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Logs security metrics &amp; staff operation counters (Serving, Complete, Skip) via JWT claims.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Ensures operational transparency &amp; highlights staff bottleneck counters.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Interactive Scalar API Documentation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Integrates Scalar OpenAPI reference directly inside the ASP.NET Core server pipeline.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Simplifies testing and speeds up developer onboarding.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AI &amp; ML Model - Smart Slot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08/08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🌲 Random Forest Regressor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Core Predictor: Builds 100+ parallel decision trees to forecast slot crowd levels.</a:t>
            </a:r>
            <a:br/>
            <a:br/>
            <a:r>
              <a:t>• Features Fed: Time of day, weekday status, specific service categories, and historical queues.</a:t>
            </a:r>
            <a:br/>
            <a:br/>
            <a:r>
              <a:t>• Advantage: High precision in modeling complex, non-linear peak rush times without overfitting.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📈 Linear Regression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Baseline Model: Fits linear coefficients across historical crowd trends.</a:t>
            </a:r>
            <a:br/>
            <a:br/>
            <a:r>
              <a:t>• Features Fed: Hourly load averages, time index progression.</a:t>
            </a:r>
            <a:br/>
            <a:br/>
            <a:r>
              <a:t>• Advantage: Ultra-fast calculation speeds; serves as fallback when a new provider has minimal historical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Mathematical Model &amp; Scaling Equations: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4FD1C5"/>
                </a:solidFill>
                <a:latin typeface="Consolas"/>
              </a:defRPr>
            </a:pPr>
            <a:r>
              <a:t>AI Score = 1.0 - CrowdLevel(t)   |   Available Slots(t) = Total Slots * (1.0 - CrowdLevel(t) * 0.7)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