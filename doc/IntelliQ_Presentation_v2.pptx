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389120" cy="4389120"/>
          </a:xfrm>
          <a:prstGeom prst="ellipse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4FD1C5"/>
                </a:solidFill>
                <a:latin typeface="Arial Black"/>
              </a:defRPr>
            </a:pPr>
            <a:r>
              <a:t>INTELLIQ</a:t>
            </a:r>
          </a:p>
          <a:p>
            <a:pPr algn="ctr">
              <a:spcAft>
                <a:spcPts val="10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Smart Queue Prediction System</a:t>
            </a:r>
          </a:p>
          <a:p>
            <a:pPr algn="ctr">
              <a:spcAft>
                <a:spcPts val="40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AI-Driven Digital Queue Management for Hospitals, Banks &amp; Government Offices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Arial"/>
              </a:defRPr>
            </a:pPr>
            <a:r>
              <a:t>Academic Project: 2025–2026  | 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02/10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1800" b="1">
                <a:solidFill>
                  <a:srgbClr val="4FD1C5"/>
                </a:solidFill>
                <a:latin typeface="Arial"/>
              </a:defRPr>
            </a:pPr>
            <a:r>
              <a:t>•  What is IntelliQ?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  IntelliQ is a smart queue management system. It connects physical service queues to a simple mobile and web app to save people's time.</a:t>
            </a:r>
          </a:p>
          <a:p>
            <a:pPr>
              <a:spcBef>
                <a:spcPts val="1400"/>
              </a:spcBef>
              <a:defRPr sz="1800" b="1">
                <a:solidFill>
                  <a:srgbClr val="4FD1C5"/>
                </a:solidFill>
                <a:latin typeface="Arial"/>
              </a:defRPr>
            </a:pPr>
            <a:r>
              <a:t>•  Multi-Role Platform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  The system has four simple user roles: normal Users, organization Admins, counter Staff, and platform Super Admins.</a:t>
            </a:r>
          </a:p>
          <a:p>
            <a:pPr>
              <a:spcBef>
                <a:spcPts val="1400"/>
              </a:spcBef>
              <a:defRPr sz="1800" b="1">
                <a:solidFill>
                  <a:srgbClr val="4FD1C5"/>
                </a:solidFill>
                <a:latin typeface="Arial"/>
              </a:defRPr>
            </a:pPr>
            <a:r>
              <a:t>•  Solving Real-World Crowding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  Hospitals, Banks, and Government offices are often crowded. IntelliQ helps by showing live queue positions, booking digital tokens, and suggesting the best time to visit.</a:t>
            </a:r>
          </a:p>
          <a:p>
            <a:pPr>
              <a:spcBef>
                <a:spcPts val="1400"/>
              </a:spcBef>
              <a:defRPr sz="1800" b="1">
                <a:solidFill>
                  <a:srgbClr val="4FD1C5"/>
                </a:solidFill>
                <a:latin typeface="Arial"/>
              </a:defRPr>
            </a:pPr>
            <a:r>
              <a:t>•  Self-Sustaining Setup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    Contains a built-in list of over 1 lakh real Indian service locations. It runs independently without needing paid map API fees.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03/10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Core Goal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IntelliQ is a digital app designed to completely remove the need to stand in long physical lines at hospitals, banks, and offices.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7830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AI Predictor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Uses simple machine learning models to guess how crowded a place will be and suggest the best hour to visit.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7830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Easy Check-In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Creates digital QR-code tokens on the phone so users can register instantly at physical counters.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690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Technology Stack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Built using Flutter for the mobile/web screen, .NET 8 for the backend service, and SQL Server to save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0690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Simple Controls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Enables admins to setup counter numbers, configure services, and review how fast staff serves people.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40690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Ready Locations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Comes pre-filled with a large list of 1L+ real Indian hospitals, banks, and college locations.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04/10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 b="1">
                <a:solidFill>
                  <a:srgbClr val="EF4444"/>
                </a:solidFill>
                <a:latin typeface="Arial"/>
              </a:defRPr>
            </a:pPr>
            <a:r>
              <a:t>🚨  Massive Time Waste Daily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 People waste hours standing in lines at doctors, banks, and government offices every day.</a:t>
            </a:r>
          </a:p>
          <a:p>
            <a:pPr>
              <a:spcBef>
                <a:spcPts val="800"/>
              </a:spcBef>
              <a:defRPr sz="1600" b="1">
                <a:solidFill>
                  <a:srgbClr val="EF4444"/>
                </a:solidFill>
                <a:latin typeface="Arial"/>
              </a:defRPr>
            </a:pPr>
            <a:r>
              <a:t>🚨  No Idea of Wait Times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 People cannot see how long the line is or how much time it will take before they reach the place.</a:t>
            </a:r>
          </a:p>
          <a:p>
            <a:pPr>
              <a:spcBef>
                <a:spcPts val="800"/>
              </a:spcBef>
              <a:defRPr sz="1600" b="1">
                <a:solidFill>
                  <a:srgbClr val="EF4444"/>
                </a:solidFill>
                <a:latin typeface="Arial"/>
              </a:defRPr>
            </a:pPr>
            <a:r>
              <a:t>🚨  Paper Tokens are Inconvenient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 Paper slips get lost easily, cannot be tracked from home, and waste paper.</a:t>
            </a:r>
          </a:p>
          <a:p>
            <a:pPr>
              <a:spcBef>
                <a:spcPts val="800"/>
              </a:spcBef>
              <a:defRPr sz="1600" b="1">
                <a:solidFill>
                  <a:srgbClr val="EF4444"/>
                </a:solidFill>
                <a:latin typeface="Arial"/>
              </a:defRPr>
            </a:pPr>
            <a:r>
              <a:t>🚨  No Crowd Control tools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    Managers have no data tools to decide when to open extra counters or how to balance the crowd.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645920"/>
            <a:ext cx="39319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Time Loss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Millions of hours are lost by citizens waiting for basic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3200400"/>
            <a:ext cx="39319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3375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Zero Visibility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No way to check token position or wait list numbers remotely.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754880"/>
            <a:ext cx="39319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8920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Peak Crowds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Heavy rush at specific morning hours causing extreme delays.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Current Existing Problems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05/10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1. Physical Queue Devices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• PROBLEM: Requires buying and setting up expensive screens and token machines inside the building.</a:t>
            </a:r>
            <a:br/>
            <a:br/>
            <a:r>
              <a:t>✔ INTELLIQ SOLUTION: Works completely on mobile phones and browsers. Users check line status from home, saving setup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34747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6916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2. Appointment Schedulers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• PROBLEM: Booking platforms give fixed times but ignore real-time delays. If the doctor runs late, you still wait in the clinic.</a:t>
            </a:r>
            <a:br/>
            <a:br/>
            <a:r>
              <a:t>✔ INTELLIQ SOLUTION: Syncs live counter speed with timeslots. If there is a delay, the app automatically updates your wait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4747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916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3. Domain-Specific Systems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• PROBLEM: Most applications only support one area (only hospitals or only banks), so users have to download many apps.</a:t>
            </a:r>
            <a:br/>
            <a:br/>
            <a:r>
              <a:t>✔ INTELLIQ SOLUTION: A single app for all services. Users can book a doctor checkup, a bank visit, or license renewals in one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03520"/>
            <a:ext cx="11091672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FD1C5"/>
                </a:solidFill>
                <a:latin typeface="Arial"/>
              </a:defRPr>
            </a:pPr>
            <a:r>
              <a:t>💡 IntelliQ combines virtual tokens, live updates, and ML recommendations to resolve all three core system shortcomings in one clean codebase.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Existing System vs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06/10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480560"/>
                <a:gridCol w="4507992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❌ Existing Systems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✅ IntelliQ (Proposed)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Domains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One domain only (only bank or only hospital)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Multi-domain (Hospital, Bank, Govt, College, Resto)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Live Tracking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 remote tracking; physical screen dependency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Real-time remote live tracking on user mobile screen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Crowd Guidance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 slot suggestions or crowd warnings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AI-scored time slots showing predicted crowd density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Token System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Manual print slips or serial ticket numbers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Secure, contactless QR-code tokens on phone screen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User Roles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Single role only (no staff controls)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4 roles: User, Counter Staff, Admin, Super Admin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Maps/Search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Uses paid APIs which cost money per search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Free search using pre-loaded 1L+ real location list</a:t>
                      </a:r>
                    </a:p>
                  </a:txBody>
                  <a:tcPr>
                    <a:solidFill>
                      <a:srgbClr val="1626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What We Have Added (Unique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07/10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577840"/>
                <a:gridCol w="2770632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Added System Capability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Technical Implementation &amp; Details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Distinct Benefit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AI Crowd Slot Scoring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Random Forest Regressor / Linear Regression predicts hourly crowd scales from 0.0 to 1.0.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Saves users from crowded hours by recommending off-peak slots.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Real-Time Search everywhere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Fully debounced smart autocomplete, category quick-filters, search history caching.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High-speed UX that helps find hospitals &amp; banks instantly.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SaaS Provider Portals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Admin handles Counter Staff configurations. Staff clicks 'Call Next' to sync live data state.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Organizations manage queue distribution without custom deployments.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No-Cost Geolocation lookup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Caches over 100,000 coordinates of Indian centers inside SQLite / SQL Server databases.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Requires zero third-party map API bills for operational scale.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Role-Based Audits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Logs security metrics &amp; staff operation counters (Serving, Complete, Skip) via JWT claims.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Ensures operational transparency &amp; highlights staff bottleneck counters.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FD1C5"/>
                          </a:solidFill>
                          <a:latin typeface="Arial"/>
                        </a:defRPr>
                      </a:pPr>
                      <a:r>
                        <a:t>Interactive Scalar API Documentation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Integrates Scalar OpenAPI reference directly inside the ASP.NET Core server pipeline.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Simplifies testing and speeds up developer onboarding.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AI &amp; ML Model - Smart Slot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08/10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035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🌲 Random Forest Regressor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• Core Predictor: Builds 100+ decision trees to guess hourly crowd levels.</a:t>
            </a:r>
            <a:br/>
            <a:br/>
            <a:r>
              <a:t>• Input Features: Time of day, day of the week, service category, and historical crowds.</a:t>
            </a:r>
            <a:br/>
            <a:br/>
            <a:r>
              <a:t>• Benefit: High accuracy for complex crowd patterns; prevents errors in guesses.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39496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📈 Linear Regression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• Baseline Model: Fits linear trend lines across historical queue data.</a:t>
            </a:r>
            <a:br/>
            <a:br/>
            <a:r>
              <a:t>• Input Features: Hourly averages, time index values.</a:t>
            </a:r>
            <a:br/>
            <a:br/>
            <a:r>
              <a:t>• Benefit: Faster calculations; works well as a backup when new locations have very little data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20640"/>
            <a:ext cx="110642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Mathematical Model &amp; Scaling Equations (Simple Logic):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4FD1C5"/>
                </a:solidFill>
                <a:latin typeface="Consolas"/>
              </a:defRPr>
            </a:pPr>
            <a:r>
              <a:t>AI Score = 1.0 - CrowdLevel(t)   |   Available Slots(t) = Total Slots * (1.0 - CrowdLevel(t) * 0.7)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09/10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🧠 Smart AI Prediction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Guiding users to pick empty hours significantly flattens peak crowds. Instead of rushing at 10 AM, users are spread throughout the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949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📅 Smart Booking &amp; QR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Replaces manual paperwork with quick QR tokens. Users join the line remotely and get real-time wait estimates on their screens.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🚀 Scalable Multi-Tenant Setup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Designed using clean role-based dashboards (User, Staff, Admin). Handles multiple industries and locations with low server 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3949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690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💰 Budget-Friendly &amp; Ready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Pre-seeded database of 1L+ real locations removes map API costs, making it easily deployable for local Indian public 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FD1C5"/>
                </a:solidFill>
                <a:latin typeface="Arial"/>
              </a:defRPr>
            </a:pPr>
            <a:r>
              <a:t>10/10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📹 OpenCV / YOLO CCTV Tracking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Integrate existing security cameras at clinics or banks to count people in lines automatically. Offers real-time estimation without requiring manual staff updates.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949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🗣️ Local Language Support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Translate the mobile and web screens to local Indian languages (Hindi, Telugu, etc.) so that all citizens can read and use the app easily.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🔔 Smart Mobile Push Alerts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Integrate Firebase to alert users via sound alerts when their turn is 3 positions away. Saves users from constantly keeping the app screen open.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39496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690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D1C5"/>
                </a:solidFill>
                <a:latin typeface="Arial"/>
              </a:defRPr>
            </a:pPr>
            <a:r>
              <a:t>💳 Digital Service Fees Payment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Add UPI/Card payment gateway integration to pay medical fees or bank charges directly while booking the token, saving extra cashier-desk queue wait times.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